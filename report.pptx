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8660" y="1701800"/>
            <a:ext cx="10567035" cy="1082675"/>
          </a:xfrm>
        </p:spPr>
        <p:txBody>
          <a:bodyPr/>
          <a:p>
            <a:r>
              <a:rPr lang="en-US" altLang="en-US"/>
              <a:t>DATACO SUPPLY CHAIN DASHBOARD REPORT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Presented by</a:t>
            </a:r>
            <a:endParaRPr lang="en-US"/>
          </a:p>
          <a:p>
            <a:r>
              <a:rPr lang="en-US"/>
              <a:t>Kavin Dharsan.K.M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AGENDA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31240"/>
            <a:ext cx="10467340" cy="4170045"/>
          </a:xfrm>
        </p:spPr>
        <p:txBody>
          <a:bodyPr/>
          <a:p>
            <a:r>
              <a:rPr lang="en-US" altLang="en-US" sz="2000"/>
              <a:t>Introduction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Objectives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Dataset Overview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KPI Metrics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Data Analysis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Key Insights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Recommendations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Conclusion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In today’s competitive global market, supply chain efficiency is a key driver of business success. Companies rely heavily on data-driven insights to track their operations, delivery timelines, and profitability.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This project analyzes the DataCo Supply Chain dataset using Power BI to understand patterns in sales, profit, delivery timelines, and customer orders.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r>
              <a:rPr lang="en-US" altLang="en-US" sz="2400"/>
              <a:t>The interactive dashboard provides visibility into late deliveries, order trends, and geographical performance — helping identify improvement areas and optimize logistics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Analyze total sales, profit, orders, and delivery performance.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Understand how shipping time and on-time delivery rates impact efficiency.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Identify categories and countries with the most late deliveries.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Visualize monthly order trends to track demand patterns.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Provide actionable insights for improving supply chain management.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DATASET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1207750" cy="6032500"/>
          </a:xfrm>
        </p:spPr>
        <p:txBody>
          <a:bodyPr/>
          <a:p>
            <a:r>
              <a:rPr lang="en-US" altLang="en-US" sz="2000"/>
              <a:t>Dataset Name: DataCo Supply Chain Dataset</a:t>
            </a:r>
            <a:endParaRPr lang="en-US" altLang="en-US" sz="2000"/>
          </a:p>
          <a:p>
            <a:r>
              <a:rPr lang="en-US" altLang="en-US" sz="2000"/>
              <a:t>Rows: 180,000+ records</a:t>
            </a:r>
            <a:endParaRPr lang="en-US" altLang="en-US" sz="2000"/>
          </a:p>
          <a:p>
            <a:r>
              <a:rPr lang="en-US" altLang="en-US" sz="2000"/>
              <a:t>Columns: 50+ fields including customer details, order details, product info, and delivery timelines.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Key Fields Used: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Order ID, Order Date, Ship Date, Shipping Mode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Customer Name, Country, Segment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Product Category, Sub-Category, Sales, Profit, Order Priority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Days for Shipment (Scheduled), Days for Shipping (Real), Late Delivery Risk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KPI METRICS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09600" y="1174750"/>
          <a:ext cx="10972800" cy="4263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10565">
                <a:tc>
                  <a:txBody>
                    <a:bodyPr/>
                    <a:p>
                      <a:pPr algn="ctr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</a:t>
                      </a:r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KPI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710565">
                <a:tc>
                  <a:txBody>
                    <a:bodyPr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Sales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37M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revenue generated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  <a:tr h="710565">
                <a:tc>
                  <a:txBody>
                    <a:bodyPr/>
                    <a:p>
                      <a:pPr algn="ctr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Profit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3.97M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profit after deductions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  <a:tr h="710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Shipping Days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time taken to ship orders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710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On-Time Delivery %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45%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of deliveries completed on or before schedule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</a:tr>
              <a:tr h="710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Orders</a:t>
                      </a:r>
                      <a:endParaRPr lang="en-US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181k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number of processed customer orders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 ANALYSIS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zh-CN" altLang="en-US" sz="2400"/>
              <a:t>🔹</a:t>
            </a:r>
            <a:r>
              <a:rPr lang="en-US" altLang="en-US" sz="2400"/>
              <a:t> </a:t>
            </a:r>
            <a:r>
              <a:rPr lang="en-US" altLang="en-US" sz="2400" b="1"/>
              <a:t>Late Deliveries by Category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/>
              <a:t>Cleats, Men’s Footwear, and Women’s Apparel have the highest late delivery counts.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/>
              <a:t>Delay patterns suggest higher shipment risks in sports-related products.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/>
              <a:t>🔹</a:t>
            </a:r>
            <a:r>
              <a:rPr lang="en-US" altLang="en-US" sz="2400"/>
              <a:t> </a:t>
            </a:r>
            <a:r>
              <a:rPr lang="en-US" altLang="en-US" sz="2400" b="1"/>
              <a:t>Orders Count by Month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/>
              <a:t>Orders peak during March–June, showing mid-year demand spikes.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/>
              <a:t>Relatively stable activity between August–November indicates balanced distribution.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zh-CN" altLang="en-US" sz="2400">
                <a:sym typeface="+mn-ea"/>
              </a:rPr>
              <a:t>🔹</a:t>
            </a:r>
            <a:r>
              <a:rPr lang="en-US" altLang="en-US" sz="2400" b="1">
                <a:sym typeface="+mn-ea"/>
              </a:rPr>
              <a:t> On-Time Delivery % by Month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ym typeface="+mn-ea"/>
              </a:rPr>
              <a:t>Performance fluctuates between 40%–46%, with visible dips around September.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ym typeface="+mn-ea"/>
              </a:rPr>
              <a:t>Indicates room for improvement in logistics planning and dispatch accuracy.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ym typeface="+mn-ea"/>
              </a:rPr>
              <a:t>🔹</a:t>
            </a:r>
            <a:r>
              <a:rPr lang="en-US" altLang="en-US" sz="2400" b="1">
                <a:sym typeface="+mn-ea"/>
              </a:rPr>
              <a:t> Orders by Country</a:t>
            </a:r>
            <a:endParaRPr lang="en-US" altLang="en-US" sz="2400" b="1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ym typeface="+mn-ea"/>
              </a:rPr>
              <a:t>High order concentration in North America, Europe, and Asia.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ym typeface="+mn-ea"/>
              </a:rPr>
              <a:t>Regions like South America and Africa show lower but growing sales activity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KEY INSIGHTS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 sz="2400"/>
          </a:p>
          <a:p>
            <a:r>
              <a:rPr lang="en-US" altLang="en-US" sz="2400"/>
              <a:t>Nearly 55% of deliveries are delayed, indicating logistical inefficiencies.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Footwear and apparel categories have higher shipping risks.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Average shipping duration is 3 days, showing moderate delivery consistency.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Profit margin remains positive despite delivery challenges — signaling strong sales management.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Global order distribution emphasizes international business presence with regional performance variations.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RECOMMENDATIONS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3430"/>
            <a:ext cx="10972800" cy="4953000"/>
          </a:xfrm>
        </p:spPr>
        <p:txBody>
          <a:bodyPr/>
          <a:p>
            <a:endParaRPr lang="en-US" altLang="en-US" sz="2400"/>
          </a:p>
          <a:p>
            <a:r>
              <a:rPr lang="en-US" altLang="en-US" sz="2400"/>
              <a:t>Improve delivery scheduling to reduce shipment delays.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Implement real-time shipment tracking for proactive risk alerts.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Focus on high-risk categories (e.g., footwear, sports gear) for supply optimization.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Offer regional warehouses or local partnerships to reduce shipping time.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Conduct monthly delivery audits to maintain a consistent 90%+ on-time target.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Use predictive analytics to forecast delays and plan inventory accordingly.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 sz="2400"/>
          </a:p>
          <a:p>
            <a:r>
              <a:rPr lang="en-US" altLang="en-US" sz="2400"/>
              <a:t>The DataCo Supply Chain Dashboard provides valuable insights into sales trends, profit margins, and logistics efficiency.</a:t>
            </a:r>
            <a:endParaRPr lang="en-US" altLang="en-US" sz="2400"/>
          </a:p>
          <a:p>
            <a:r>
              <a:rPr lang="en-US" altLang="en-US" sz="2400"/>
              <a:t>While sales and profit performance are strong, delivery consistency needs strategic improvements.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By applying data-driven insights, the organization can minimize late deliveries, improve customer satisfaction, and strengthen global operations.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9600"/>
              <a:t>    THANK YOU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4*335"/>
  <p:tag name="TABLE_ENDDRAG_RECT" val="48*92*864*335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3720</Words>
  <Application>WPS Presentation</Application>
  <PresentationFormat>Widescreen</PresentationFormat>
  <Paragraphs>163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kavin dharsan</cp:lastModifiedBy>
  <cp:revision>3</cp:revision>
  <dcterms:created xsi:type="dcterms:W3CDTF">2025-07-23T00:59:00Z</dcterms:created>
  <dcterms:modified xsi:type="dcterms:W3CDTF">2025-11-09T15:42:26Z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2611C4F64C9943FC9FADA53ABDA711C4_11</vt:lpwstr>
  </property>
  <property fmtid="{D5CDD505-2E9C-101B-9397-08002B2CF9AE}" pid="3" name="KSOProductBuildVer">
    <vt:lpwstr>1033-12.2.0.23155</vt:lpwstr>
  </property>
</Properties>
</file>